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StageLine: Ολοκληρωμένο Σύστημα Κρατήσεων Θεάτρου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Mobile App (React Native), REST API (Node.js) &amp; MariaDB</a:t>
            </a:r>
          </a:p>
          <a:p/>
          <a:p>
            <a:r>
              <a:t>Εργασία στο μάθημα: Κατανεμημένα Συστήματα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/>
            </a:pPr>
            <a:r>
              <a:t>Εισαγωγή &amp; Στόχος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Ανάπτυξη cross-platform εφαρμογής για θεατρικές κρατήσεις.</a:t>
            </a:r>
          </a:p>
          <a:p>
            <a:pPr>
              <a:defRPr sz="2000"/>
            </a:pPr>
            <a:r>
              <a:t>Στόχος: Εύκολη εύρεση παραστάσεων και ασφαλής κράτηση θέσεων.</a:t>
            </a:r>
          </a:p>
          <a:p>
            <a:pPr>
              <a:defRPr sz="2000"/>
            </a:pPr>
            <a:r>
              <a:t>Έμφαση στην ταυτοποίηση χρηστών και τη συνέπεια δεδομένων.</a:t>
            </a:r>
          </a:p>
          <a:p>
            <a:pPr>
              <a:defRPr sz="2000"/>
            </a:pPr>
            <a:r>
              <a:t>Υποστήριξη real-time διαθεσιμότητας θέσεων.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/>
            </a:pPr>
            <a:r>
              <a:t>Τεχνολογικό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Frontend: React Native &amp; Expo (NativeWind/Tailwind CSS).</a:t>
            </a:r>
          </a:p>
          <a:p>
            <a:pPr>
              <a:defRPr sz="2000"/>
            </a:pPr>
            <a:r>
              <a:t>Backend: Node.js &amp; Express (RESTful API).</a:t>
            </a:r>
          </a:p>
          <a:p>
            <a:pPr>
              <a:defRPr sz="2000"/>
            </a:pPr>
            <a:r>
              <a:t>Database: MariaDB / MySQL.</a:t>
            </a:r>
          </a:p>
          <a:p>
            <a:pPr>
              <a:defRPr sz="2000"/>
            </a:pPr>
            <a:r>
              <a:t>State Management: Zustand &amp; React Query.</a:t>
            </a:r>
          </a:p>
          <a:p>
            <a:pPr>
              <a:defRPr sz="2000"/>
            </a:pPr>
            <a:r>
              <a:t>Ασφάλεια: Bcrypt.js &amp; JSON Web Tokens (JWT).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/>
            </a:pPr>
            <a:r>
              <a:t>Αρχιτεκτονική Συστήματος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Client-Server Architecture.</a:t>
            </a:r>
          </a:p>
          <a:p>
            <a:pPr>
              <a:defRPr sz="2000"/>
            </a:pPr>
            <a:r>
              <a:t>Mobile Client: React Native App (Expo).</a:t>
            </a:r>
          </a:p>
          <a:p>
            <a:pPr>
              <a:defRPr sz="2000"/>
            </a:pPr>
            <a:r>
              <a:t>RESTful API: Middleware για Authentication &amp; Validation.</a:t>
            </a:r>
          </a:p>
          <a:p>
            <a:pPr>
              <a:defRPr sz="2000"/>
            </a:pPr>
            <a:r>
              <a:t>Data Layer: MariaDB για μόνιμη αποθήκευση.</a:t>
            </a:r>
          </a:p>
          <a:p>
            <a:pPr>
              <a:defRPr sz="2000"/>
            </a:pPr>
            <a:r>
              <a:t>Fallback Mechanism: In-memory store αν η DB είναι offline.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/>
            </a:pPr>
            <a:r>
              <a:t>Λειτουργίες Frontend (Χρήστης)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User Registration &amp; Secure Login.</a:t>
            </a:r>
          </a:p>
          <a:p>
            <a:pPr>
              <a:defRPr sz="2000"/>
            </a:pPr>
            <a:r>
              <a:t>Dynamic Search: Αναζήτηση ανά τίτλο, θέατρο ή τοποθεσία.</a:t>
            </a:r>
          </a:p>
          <a:p>
            <a:pPr>
              <a:defRPr sz="2000"/>
            </a:pPr>
            <a:r>
              <a:t>Studio Network: Φιλτράρισμα παραστάσεων ανά σκηνή.</a:t>
            </a:r>
          </a:p>
          <a:p>
            <a:pPr>
              <a:defRPr sz="2000"/>
            </a:pPr>
            <a:r>
              <a:t>User Profile: Διαχείριση στοιχείων και ιστορικό κρατήσεων.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/>
            </a:pPr>
            <a:r>
              <a:t>Κρατήσεις &amp; Τροποποίηση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Interactive Seat Map: Επιλογή θέσεων με οπτική ανατροφοδότηση.</a:t>
            </a:r>
          </a:p>
          <a:p>
            <a:pPr>
              <a:defRPr sz="2000"/>
            </a:pPr>
            <a:r>
              <a:t>Real-time Booking: Επιβεβαίωση κράτησης μέσω API.</a:t>
            </a:r>
          </a:p>
          <a:p>
            <a:pPr>
              <a:defRPr sz="2000"/>
            </a:pPr>
            <a:r>
              <a:t>Modify Slot: Δυνατότητα αλλαγής θέσης/ώρας σε μελλοντικές κρατήσεις.</a:t>
            </a:r>
          </a:p>
          <a:p>
            <a:pPr>
              <a:defRPr sz="2000"/>
            </a:pPr>
            <a:r>
              <a:t>Cancellation: Πλήρης διαγραφή και απελευθέρωση θέσης.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/>
            </a:pPr>
            <a:r>
              <a:t>Ασφάλεια &amp; Ταυτοποίηση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JWT Strategy: Access Tokens (15m) &amp; Refresh Tokens (30d).</a:t>
            </a:r>
          </a:p>
          <a:p>
            <a:pPr>
              <a:defRPr sz="2000"/>
            </a:pPr>
            <a:r>
              <a:t>Secure Storage: Χρήση expo-secure-store στη συσκευή.</a:t>
            </a:r>
          </a:p>
          <a:p>
            <a:pPr>
              <a:defRPr sz="2000"/>
            </a:pPr>
            <a:r>
              <a:t>Axios Interceptors: Αυτόματη ανανέωση session (silent refresh).</a:t>
            </a:r>
          </a:p>
          <a:p>
            <a:pPr>
              <a:defRPr sz="2000"/>
            </a:pPr>
            <a:r>
              <a:t>Password Hashing: Προστασία κωδικών με Salted Bcrypt.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/>
            </a:pPr>
            <a:r>
              <a:t>Backend &amp; API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Auth: /register, /login, /refresh, /me.</a:t>
            </a:r>
          </a:p>
          <a:p>
            <a:pPr>
              <a:defRPr sz="2000"/>
            </a:pPr>
            <a:r>
              <a:t>Content: /theatres, /shows, /showtimes, /seats.</a:t>
            </a:r>
          </a:p>
          <a:p>
            <a:pPr>
              <a:defRPr sz="2000"/>
            </a:pPr>
            <a:r>
              <a:t>Reservations: POST (Create), PATCH (Update), DELETE (Cancel).</a:t>
            </a:r>
          </a:p>
          <a:p>
            <a:pPr>
              <a:defRPr sz="2000"/>
            </a:pPr>
            <a:r>
              <a:t>User History: /user/reservations.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/>
            </a:pPr>
            <a:r>
              <a:t>Βάση Δεδομένων (MariaDB)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Users Table: Αποθήκευση hashed credentials.</a:t>
            </a:r>
          </a:p>
          <a:p>
            <a:pPr>
              <a:defRPr sz="2000"/>
            </a:pPr>
            <a:r>
              <a:t>Theatres &amp; Shows: Σχέση One-to-Many.</a:t>
            </a:r>
          </a:p>
          <a:p>
            <a:pPr>
              <a:defRPr sz="2000"/>
            </a:pPr>
            <a:r>
              <a:t>Showtimes: Διαχείριση τιμών και ωραρίων.</a:t>
            </a:r>
          </a:p>
          <a:p>
            <a:pPr>
              <a:defRPr sz="2000"/>
            </a:pPr>
            <a:r>
              <a:t>Reservations: Σύνδεση User &lt;-&gt; Showtime με unique seat constraint.</a:t>
            </a:r>
          </a:p>
          <a:p>
            <a:pPr>
              <a:defRPr sz="2000"/>
            </a:pPr>
            <a:r>
              <a:t>Auto-schema generation κατά την εκκίνηση.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/>
            </a:pPr>
            <a:r>
              <a:t>UI/UX Σχεδιασμός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Dark Mode Aesthetics: Χρήση Midnight Indigo και Electric Cyan.</a:t>
            </a:r>
          </a:p>
          <a:p>
            <a:pPr>
              <a:defRPr sz="2000"/>
            </a:pPr>
            <a:r>
              <a:t>Atmospheric Aurora Background: Δυναμικά οπτικά εφέ.</a:t>
            </a:r>
          </a:p>
          <a:p>
            <a:pPr>
              <a:defRPr sz="2000"/>
            </a:pPr>
            <a:r>
              <a:t>Responsive Grid: Προσαρμογή σε διαφορετικά μεγέθη οθονών.</a:t>
            </a:r>
          </a:p>
          <a:p>
            <a:pPr>
              <a:defRPr sz="2000"/>
            </a:pPr>
            <a:r>
              <a:t>Feedback: Alerts και Indicators για κάθε ενέργεια του χρήστη.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/>
            </a:pPr>
            <a:r>
              <a:t>Καινοτομίες &amp; Fallback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Hybrid Backend: Αυτόματη εναλλαγή σε Memory Store αν η DB αποτύχει.</a:t>
            </a:r>
          </a:p>
          <a:p>
            <a:pPr>
              <a:defRPr sz="2000"/>
            </a:pPr>
            <a:r>
              <a:t>Smart Search: Αναζήτηση σε πολλαπλά πεδία (Title/Theatre/Location).</a:t>
            </a:r>
          </a:p>
          <a:p>
            <a:pPr>
              <a:defRPr sz="2000"/>
            </a:pPr>
            <a:r>
              <a:t>Modular Code: Διαχωρισμός Routes, Controllers και Store logic.</a:t>
            </a:r>
          </a:p>
          <a:p>
            <a:pPr>
              <a:defRPr sz="2000"/>
            </a:pPr>
            <a:r>
              <a:t>Clean Architecture: Εύκολη επέκταση και συντήρηση.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Ευχαριστούμε για την προσοχή σας!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Ερωτήσεις;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